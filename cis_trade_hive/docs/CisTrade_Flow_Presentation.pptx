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CisTrade — Trade &amp; Position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0A500"/>
                </a:solidFill>
              </a:rPr>
              <a:t>Trade Capture  ·  AVP Calculation  ·  EOD / SOD  ·  Backdated  ·  All Date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CC"/>
                </a:solidFill>
              </a:rPr>
              <a:t>CIS Trade Management System  | 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2651760"/>
          </a:xfrm>
          <a:prstGeom prst="rect">
            <a:avLst/>
          </a:prstGeom>
          <a:solidFill>
            <a:srgbClr val="12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9776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1  Trade Capture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50799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2  System Date — alldatesinfo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503834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3  Position Date Logic (INT / CORR / Block)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556869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4  AVP Calculation (BUY &amp; SELL)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9776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5  Settlement Scenarios (T+0 / Future / Backdated)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50799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6  EOD Revaluation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3834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7  SOD Promotion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56869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8  All Cases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Trade Capture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Maker → Checker → Position Calculation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88952" cy="58155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1298448" cy="8229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64208"/>
            <a:ext cx="1207007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  User submits
BUY / SELL 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1591056" y="2020824"/>
            <a:ext cx="25603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1956816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47088" y="1645920"/>
            <a:ext cx="1298448" cy="82296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2807" y="1664208"/>
            <a:ext cx="1207007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  Server-side
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3824" y="2020824"/>
            <a:ext cx="25603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956816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19856" y="1645920"/>
            <a:ext cx="1298448" cy="82296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5575" y="1664208"/>
            <a:ext cx="1207007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  Trade saved
DRAFT / INITIAL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36592" y="2020824"/>
            <a:ext cx="25603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74336" y="1956816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92624" y="1645920"/>
            <a:ext cx="1298448" cy="8229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4" y="1664208"/>
            <a:ext cx="1207007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  Checker
Approves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2020824"/>
            <a:ext cx="25603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3" y="1956816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65392" y="1645920"/>
            <a:ext cx="1298448" cy="8229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1664208"/>
            <a:ext cx="1207007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  Status →
SETTLED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2020824"/>
            <a:ext cx="25603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19872" y="1956816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1645920"/>
            <a:ext cx="1298448" cy="82296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1664208"/>
            <a:ext cx="1207007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  Position
Queued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54896" y="2020824"/>
            <a:ext cx="25603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2640" y="1956816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10928" y="1645920"/>
            <a:ext cx="1298448" cy="8229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6648" y="1664208"/>
            <a:ext cx="1207007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7  Worker
Calculates AVP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74320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28163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B8A"/>
                </a:solidFill>
              </a:rPr>
              <a:t>Validation Rules (Step 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31089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Portfolio must exist &amp; be SETTLED 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33558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Security must be ACTIVE / APPROVED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360273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trade_date must NOT be in the future (&gt; contextual_today → blocked with error popup)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" y="384962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settle_date ≥ trade_date  (else rejected)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40965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Price ≥ 0  (negative price rejected; zero-price allowed)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" y="43434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Quantity &gt; 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" y="459028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Duplicate submission guard (10-second fingerprint window)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27432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B8A"/>
                </a:solidFill>
              </a:rPr>
              <a:t>Status Flow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3108960"/>
            <a:ext cx="1005840" cy="6858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3127248"/>
            <a:ext cx="9144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DRAFT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50608" y="3447287"/>
            <a:ext cx="54864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87184" y="3383279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96912" y="3108960"/>
            <a:ext cx="1005840" cy="685800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42632" y="3127248"/>
            <a:ext cx="9144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PENDING
VALIDATION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3447287"/>
            <a:ext cx="54864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57616" y="3383279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467344" y="3108960"/>
            <a:ext cx="1005840" cy="68580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13064" y="3127248"/>
            <a:ext cx="9144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VALIDATED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91472" y="3447287"/>
            <a:ext cx="54864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28048" y="3383279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37776" y="3108960"/>
            <a:ext cx="1005840" cy="6858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83496" y="3127248"/>
            <a:ext cx="9144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SETTLED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661904" y="3447287"/>
            <a:ext cx="54864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698480" y="3383279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808208" y="3108960"/>
            <a:ext cx="1005840" cy="685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53928" y="3127248"/>
            <a:ext cx="9144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3977639"/>
            <a:ext cx="5760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36208" y="4050791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B8A"/>
                </a:solidFill>
              </a:rPr>
              <a:t>Key Rules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91072" y="43434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Position queued ONLY after trade reaches SETTLED (not at DRAFT)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91072" y="45902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Queue worker runs async — SLA &lt; 5 min; max 3 retries then dead-letter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91072" y="4837175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Both TRADE_DATE + SETTLE_DATE positions created (dual-basis)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91072" y="5084063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cis_trade → cis_trade_position (internal) → cis_position (golden copy)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System Date — gmp_cis_sta_dly_alldatesinfo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Business date source used across all position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88952" cy="58155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3035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30352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0700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Columns in alldatesinfo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5303520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contextual_today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57276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Business date T (used as 'today')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28800"/>
            <a:ext cx="53035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8470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prev_day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184708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T-1 (previous business day)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03120"/>
            <a:ext cx="5303520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2140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processing_date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12140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YYYYMMDD — partition key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377439"/>
            <a:ext cx="53035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39572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src_system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239572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'gmp'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651760"/>
            <a:ext cx="5303520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67004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sub_system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67004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'cis'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926080"/>
            <a:ext cx="53035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9443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data_frq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294436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'dly'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200400"/>
            <a:ext cx="5303520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218687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record_type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3218687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'D'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840480"/>
            <a:ext cx="5303520" cy="1645920"/>
          </a:xfrm>
          <a:prstGeom prst="rect">
            <a:avLst/>
          </a:prstGeom>
          <a:solidFill>
            <a:srgbClr val="1E1E2E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913632"/>
            <a:ext cx="5029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0FFC0"/>
                </a:solidFill>
              </a:rPr>
              <a:t>SELECT contextual_today, prev_day
FROM gmp_cis.gmp_cis_sta_dly_alldatesinfo
WHERE src_system='gmp' AND sub_system='cis'
  AND data_frq='dly' AND record_type='D'
  AND processing_date = (
    SELECT MAX(processing_date) ...
  )
LIMIT 1;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1188720"/>
            <a:ext cx="5943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3328" y="1261872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B8A"/>
                </a:solidFill>
              </a:rPr>
              <a:t>How It's Used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08192" y="15544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system_date_service.get_system_date() → returns contextual_today as Python 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180136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Falls back to date.today() if GMP alldatesinfo file unavailable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8192" y="204825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Cached 300s (5 min) per process — no DB hit every request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08192" y="229514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Used by: position_service, upload_service, trade_validation_repository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08192" y="254203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contextual_today = business date T (not wall-clock date)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08192" y="27889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prev_day = T-1 used by EOD/SOD jobs to reference prior snapshot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069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Date Lookup Flow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480560"/>
            <a:ext cx="1645920" cy="8229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59" y="4498848"/>
            <a:ext cx="1554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alldatesinfo
(Kudu)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99248" y="4864608"/>
            <a:ext cx="11887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99832" y="4800600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09559" y="4480560"/>
            <a:ext cx="1645920" cy="82296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55279" y="4498848"/>
            <a:ext cx="1554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system_date_service
(cached 5min)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73767" y="4864608"/>
            <a:ext cx="11887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674352" y="4800600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84080" y="4480560"/>
            <a:ext cx="1645920" cy="8229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29800" y="4498848"/>
            <a:ext cx="1554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position_service
upload_service
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Position Date Logic — position_type 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INT / CORR / BLOCK based on position_date vs contextual_today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88952" cy="58155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749039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3749039" cy="38404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5272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position_date
= contextual_today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A4A"/>
                </a:solidFill>
              </a:rPr>
              <a:t>position_type = 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55"/>
                </a:solidFill>
              </a:rPr>
              <a:t>(Intraday / Live)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78608"/>
            <a:ext cx="3566160" cy="3657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Today's trade — intraday position.
Most common case for normal booking.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34440"/>
            <a:ext cx="3749039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34440"/>
            <a:ext cx="3749039" cy="384048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25272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position_date
&lt; contextual_today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6916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7400"/>
                </a:solidFill>
              </a:rPr>
              <a:t>position_type = CORR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2128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55"/>
                </a:solidFill>
              </a:rPr>
              <a:t>(Correction)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578608"/>
            <a:ext cx="3566160" cy="36576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6517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Past date — correcting a prior EOD snapshot.
AVP chain recalculation triggered.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234440"/>
            <a:ext cx="3749039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234440"/>
            <a:ext cx="3749039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25272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position_date
&gt; contextual_today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6916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392B"/>
                </a:solidFill>
              </a:rPr>
              <a:t>BLOCKED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2128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55"/>
                </a:solidFill>
              </a:rPr>
              <a:t>(Rejected)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2578608"/>
            <a:ext cx="356616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6517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Future date — not allowed.
Error popup shown to user at trade capture.
Upload rows excluded from UPSERT.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572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Where This Logic Is Applied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919472"/>
            <a:ext cx="3749039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919472"/>
            <a:ext cx="3749039" cy="29260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9377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Trade Capture
(validation)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5248656"/>
            <a:ext cx="35204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trade_validation_repository.
validate_settlement_date()
→ blocks future trade_date
before trade is saved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4919472"/>
            <a:ext cx="3749039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4919472"/>
            <a:ext cx="3749039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49377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AVP Calculation
(position_service)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8" y="5248656"/>
            <a:ext cx="35204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calculate_position() calls
_derive_position_type()
→ sets position_type
→ future → returns error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4919472"/>
            <a:ext cx="3749039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4919472"/>
            <a:ext cx="3749039" cy="29260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9377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Position Upload
(upload_service)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5248656"/>
            <a:ext cx="35204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Step 6C: counts &amp; warns
future rows (not upserted)
Step 7A: CASE expression
sets INT / CORR per row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AVP Calculation — BUY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Weighted Average Cost method · 8 decimal precision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88952" cy="58155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6858000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BUY 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new_avg_cost = (old_total_cost + (qty × price) + charges) / new_qty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0195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FF"/>
                </a:solidFill>
              </a:rPr>
              <a:t>new_total_cost = old_qty × old_avg_cost + (qty × price) + charges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6771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</a:rPr>
              <a:t>Precision: DECIMAL(20,8) — ROUND_HALF_UP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06040"/>
            <a:ext cx="3291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606040"/>
            <a:ext cx="3291840" cy="29260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2432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Example 1 — First BUY (no prior position)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94436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Trade:  BUY 100 shares @ $175.00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17296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Commission: $10.00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40156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─────────────────────────────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63016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B55"/>
                </a:solidFill>
              </a:rPr>
              <a:t>total_cost  = 100×175 + 10 = $17,510.00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85876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new_qty     = 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08736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new_avg_cost = 17,510 / 100 = $175.10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31596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B55"/>
                </a:solidFill>
              </a:rPr>
              <a:t>unrealized_pnl = 0 (no market price yet)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2606040"/>
            <a:ext cx="3291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49039" y="2606040"/>
            <a:ext cx="3291840" cy="29260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262432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Example 2 — Adding to Existing Position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294436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Existing: 100 @ avg $175.10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317296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Trade: BUY 50 @ $180.00, Comm $5.00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340156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─────────────────────────────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363016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old_total = 100×175.10 = $17,510.00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385876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trade_cost = 50×180 + 5 = $9,005.00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58768" y="408736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new_total = 17,510 + 9,005 = $26,515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8" y="431596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new_qty = 150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8768" y="454456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B55"/>
                </a:solidFill>
              </a:rPr>
              <a:t>new_avg = 26,515 / 150 = $176.7667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1188720"/>
            <a:ext cx="46634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1261872"/>
            <a:ext cx="44805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B8A"/>
                </a:solidFill>
              </a:rPr>
              <a:t>BUY 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8352" y="15544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Charges included: commission + sec_fee + other_charges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88352" y="18013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Price = 0 is ALLOWED (zero-price trades supported)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88352" y="204825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Charges applied only on BUY (increases cost basis)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88352" y="229514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old_total_cost = old_qty × old_average_cost_fc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8352" y="254203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unrealized_pnl = market_value − total_cost  (if market price available)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88352" y="27889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Multi-currency: avg_cost_fc (foreign), avg_cost_lc (local) tracked separately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88352" y="30358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Idempotency guard: if trade_id already in cis_trade_position → skip re-calc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47548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Tables Written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102352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1389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B8A"/>
                </a:solidFill>
              </a:rPr>
              <a:t>cis_trade_position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4315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Internal versioned AVP table (CIS only)
is_latest=true on new row; old → false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5102352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51389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B8A"/>
                </a:solidFill>
              </a:rPr>
              <a:t>cis_position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4315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Golden copy (all sources)
UPSERTed after every cis_trade_position write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AVP Calculation — SELL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Avg cost unchanged on SELL · Realized P&amp;L calculated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88952" cy="58155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6858000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SELL 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avg_cost → UNCHANGED  (weighted average preserved)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realized_pnl = (sell_price − avg_cost) × sell_qty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</a:rPr>
              <a:t>new_qty = old_qty − sell_qty    |    Short selling is REJECTED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78608"/>
            <a:ext cx="6858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78608"/>
            <a:ext cx="6858000" cy="292608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596896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Example — Partial SELL from existing 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455"/>
                </a:solidFill>
              </a:rPr>
              <a:t>Existing position: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9260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B55"/>
                </a:solidFill>
              </a:rPr>
              <a:t>150 shares @ avg $176.7667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4096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455"/>
                </a:solidFill>
              </a:rPr>
              <a:t>Trade: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4096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B55"/>
                </a:solidFill>
              </a:rPr>
              <a:t>SELL 30 @ $185.00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5584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455"/>
                </a:solidFill>
              </a:rPr>
              <a:t>new_qty: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35584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B55"/>
                </a:solidFill>
              </a:rPr>
              <a:t>150 − 30 = 120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7073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455"/>
                </a:solidFill>
              </a:rPr>
              <a:t>avg_cost: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57073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B55"/>
                </a:solidFill>
              </a:rPr>
              <a:t>$176.7667  (UNCHANGED)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8561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455"/>
                </a:solidFill>
              </a:rPr>
              <a:t>realized_pnl: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78561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B55"/>
                </a:solidFill>
              </a:rPr>
              <a:t>(185.00 − 176.7667) × 30 = $246.99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005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455"/>
                </a:solidFill>
              </a:rPr>
              <a:t>unrealized_pnl: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0005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B55"/>
                </a:solidFill>
              </a:rPr>
              <a:t>(185.00 − 176.7667) × 120 remaining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1538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455"/>
                </a:solidFill>
              </a:rPr>
              <a:t>Position status: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421538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B55"/>
                </a:solidFill>
              </a:rPr>
              <a:t>OPEN (qty &gt; 0) | CLOSED if qty = 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1188720"/>
            <a:ext cx="4480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7" y="1261872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B8A"/>
                </a:solidFill>
              </a:rPr>
              <a:t>SELL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15544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avg_cost stays the same — only realized_pnl changes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71231" y="18013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Short selling blocked: sell_qty &gt; current_qty → rejected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1231" y="2048256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Settled trade cancellation: NOT allowed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71231" y="2295144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Charges do NOT affect avg_cost on SELL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1231" y="254203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Position CLOSED when qty reaches exactly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71231" y="278892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Realized P&amp;L accumulated across multiple SELLs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1231" y="303580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Chain recalc triggered for backdated SELLs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45720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Position Type Values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919472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4919472"/>
            <a:ext cx="2834640" cy="27432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93776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5230368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Intraday/live — position_date = contextual_today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46120" y="4919472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46120" y="4919472"/>
            <a:ext cx="2834640" cy="274320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83280" y="493776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CORR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55848" y="5230368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Correction — position_date &lt; contextual_today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919472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4919472"/>
            <a:ext cx="2834640" cy="2743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493776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EOD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7648" y="5230368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End-of-day snapshot — written by EOD job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9720" y="4919472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89720" y="4919472"/>
            <a:ext cx="2834640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0" y="493776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99448" y="5230368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Start-of-day — copied from prior EOD on new day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Settlement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T+0 · Future (T+1/T+2) · Backdated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88952" cy="58155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37947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3794760" cy="34747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16152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T+0  (settle_date = today)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①  Trade created → SETTLED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②  Both TRADE_DATE + SETTLE_DATE bases queued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2316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③  Worker processes immediately (async)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3464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④  position_type = INT (both bases)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4612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⑤  cis_trade_position + cis_position updated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65760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⑥  SLA: &lt; 5 minutes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133087"/>
            <a:ext cx="3611880" cy="3657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2062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7A4A"/>
                </a:solidFill>
              </a:rPr>
              <a:t>Most common intraday trade.
Both positions land on same date.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188720"/>
            <a:ext cx="37947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1188720"/>
            <a:ext cx="3794760" cy="347472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1216152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Future  (settle_date &gt; today, T+1/T+2)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160020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①  Trade created → SETTLED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01168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②  TRADE_DATE basis → cis_position_queue (async now)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42316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③  SETTLE_DATE basis → cis_settlement_queue (future)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83464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④  EOD job processes cis_settlement_queue on settle_date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24612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⑤  TRADE_DATE: position_type = INT (today)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65760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⑥  SETTLE_DATE: position_type = INT on settle_date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79" y="4133087"/>
            <a:ext cx="3611880" cy="36576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42062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67400"/>
                </a:solidFill>
              </a:rPr>
              <a:t>Split: trade_date position now,
settle_date position on future EOD.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1188720"/>
            <a:ext cx="37947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1188720"/>
            <a:ext cx="379476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1216152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Backdated  (trade_date &lt; today)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60020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①  Trade created → SETTLED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01168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②  Both bases queued with is_chain_recalc = True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42316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③  Worker: find all trades AFTER this date for same portfolio/security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83464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④  Recalculate each trade in chronological order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24612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⑤  position_type = CORR (past date)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65760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⑥  Chain recalc rewrites all downstream positions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19" y="4133087"/>
            <a:ext cx="361188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2062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0392B"/>
                </a:solidFill>
              </a:rPr>
              <a:t>Triggers full chain recalculation.
All subsequent positions recomputed.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48920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Queue Architecture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5230368"/>
            <a:ext cx="2834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" y="5230368"/>
            <a:ext cx="2834640" cy="27432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524865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cis_position_queue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" y="5541264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Async position calc
worker (4 threads)
10s poll, batch 100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18688" y="5230368"/>
            <a:ext cx="2834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18688" y="5230368"/>
            <a:ext cx="2834640" cy="274320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7560" y="524865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cis_settlement_queue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37560" y="5541264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Future settlement
EOD job processes
on settle_date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08776" y="5230368"/>
            <a:ext cx="2834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08776" y="5230368"/>
            <a:ext cx="283464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7648" y="524865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Dead Letter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27648" y="5541264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retry_count = 3
reset to 0 to retry
error_message cleared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98864" y="5230368"/>
            <a:ext cx="2834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98864" y="5230368"/>
            <a:ext cx="2834640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17736" y="524865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Worker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17736" y="5541264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ThreadPoolExecutor
4 workers · SLA &lt;5min
max 3 auto-retries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EOD Revaluation — refresh_positions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End-of-day market value snapshot to cis_position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88952" cy="58155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80160"/>
            <a:ext cx="1691640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98448"/>
            <a:ext cx="16002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Read all
INT / CORR
positions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938528" y="1746504"/>
            <a:ext cx="54864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75104" y="1682495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84832" y="1280160"/>
            <a:ext cx="1691640" cy="100584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0552" y="1298448"/>
            <a:ext cx="16002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Load market
prices
(cis_equity_price)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746504"/>
            <a:ext cx="54864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31336" y="1682495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41064" y="1280160"/>
            <a:ext cx="1691640" cy="100584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6784" y="1298448"/>
            <a:ext cx="16002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Revalue:
qty × price
= market_value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50992" y="1746504"/>
            <a:ext cx="54864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87568" y="1682495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97296" y="1280160"/>
            <a:ext cx="1691640" cy="1005840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43016" y="1298448"/>
            <a:ext cx="16002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DELETE existing
EOD rows for
(portfolio, security,
basis)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07224" y="1746504"/>
            <a:ext cx="54864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43800" y="1682495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53528" y="1280160"/>
            <a:ext cx="1691640" cy="10058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1298448"/>
            <a:ext cx="16002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INSERT new
EOD rows with
run_date as
position_date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63456" y="1746504"/>
            <a:ext cx="54864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00032" y="1682495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9760" y="1280160"/>
            <a:ext cx="1691640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1298448"/>
            <a:ext cx="16002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cis_position
(golden copy)
updated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423160"/>
            <a:ext cx="7498079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2496312"/>
            <a:ext cx="7315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B8A"/>
                </a:solidFill>
              </a:rPr>
              <a:t>EOD Key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2788920"/>
            <a:ext cx="7223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position_type = 'EOD' for all rows written by EOD job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3035808"/>
            <a:ext cx="7223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DELETE scoped to (portfolio, security_label, position_basis) — ALL EOD rows regardless of position_date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3282696"/>
            <a:ext cx="7223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Prevents stale EOD rows from prior runs with different position_date surviving the DELETE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3529584"/>
            <a:ext cx="7223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INSERT uses run_date (--date arg) as position_date for all new EOD rows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3776472"/>
            <a:ext cx="7223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Both TRADE_DATE + SETTLE_DATE bases revalued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4023360"/>
            <a:ext cx="7223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Batch size: 500 rows per INSERT batch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4270248"/>
            <a:ext cx="7223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Prices from cis_equity_price (Kudu); falls back to last available price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" y="4517136"/>
            <a:ext cx="7223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Duplicate EOD fix: MAX(position_id) → INT; older duplicate rows stay EOD (one-time fix)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24231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position_type Lifecycle in cis_position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79" y="2788920"/>
            <a:ext cx="1005840" cy="77724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01000" y="3017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2807208"/>
            <a:ext cx="2743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Intraday write
(trade capture / upload
with today's date)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79" y="3749039"/>
            <a:ext cx="1005840" cy="777240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01000" y="397763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CORR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3767327"/>
            <a:ext cx="2743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Correction write
(trade with past date
or upload past date)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79" y="4709160"/>
            <a:ext cx="1005840" cy="7772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01000" y="4937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EOD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4727448"/>
            <a:ext cx="2743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End-of-day snapshot
(refresh_positions job
revalues with market px)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55279" y="5669280"/>
            <a:ext cx="1005840" cy="7772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01000" y="5897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SOD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5687568"/>
            <a:ext cx="2743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Start-of-day
(copied from EOD
on next business day)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SOD — Start-of-Day Position Promotion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Prior EOD rows copied as SOD baseline for new business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88952" cy="58155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61872"/>
            <a:ext cx="2148840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205740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alldatesinfo
contextual_today
+ prev_day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5728" y="1691640"/>
            <a:ext cx="11887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96312" y="1627632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40" y="1261872"/>
            <a:ext cx="2148840" cy="96012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280160"/>
            <a:ext cx="205740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Read EOD rows
from prev_day
(position_type='EOD')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73168" y="1691640"/>
            <a:ext cx="11887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2" y="1627632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3480" y="1261872"/>
            <a:ext cx="2148840" cy="960120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280160"/>
            <a:ext cx="205740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DELETE existing
SOD rows for
contextual_today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50608" y="1691640"/>
            <a:ext cx="11887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51192" y="1627632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20" y="1261872"/>
            <a:ext cx="2148840" cy="9601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280160"/>
            <a:ext cx="205740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INSERT as SOD
with position_date =
contextual_today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28048" y="1691640"/>
            <a:ext cx="11887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28632" y="1627632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38360" y="1261872"/>
            <a:ext cx="2148840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1280160"/>
            <a:ext cx="205740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New business day
baseline ready
in cis_position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377440"/>
            <a:ext cx="5669280" cy="2286000"/>
          </a:xfrm>
          <a:prstGeom prst="rect">
            <a:avLst/>
          </a:prstGeom>
          <a:solidFill>
            <a:srgbClr val="1E1E2E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450592"/>
            <a:ext cx="5440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0FFC0"/>
                </a:solidFill>
              </a:rPr>
              <a:t>-- Delete today's SOD rows (idempotent)
DELETE FROM gmp_cis.cis_position
WHERE position_type = 'SOD'
  AND position_date = '&lt;contextual_today&gt;';
-- Insert from prior EOD
INSERT INTO gmp_cis.cis_position (...)
SELECT ..., 'SOD' AS position_type,
       '&lt;contextual_today&gt;' AS position_date
FROM gmp_cis.cis_position
WHERE position_type = 'EOD'
  AND position_date = '&lt;prev_day&gt;';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377440"/>
            <a:ext cx="5760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45059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B8A"/>
                </a:solidFill>
              </a:rPr>
              <a:t>SOD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27432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SOD = opening baseline for the new business 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29900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Source: EOD rows from prev_day (T-1) in cis_position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323697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position_date on SOD rows = contextual_today (T)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348386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DELETE first makes the job idempotent (safe to re-run)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37307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New position_id generated using UNIX_TIMESTAMP×1000 + old_id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397763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SOD rows carry over: qty, avg_cost, market_value, cost, pnl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1072" y="4224527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Both TRADE_DATE + SETTLE_DATE bases promoted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4471415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• Backfill script: backfill_sod_from_eod_20260227.sql (one-time)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80060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Business Day Timeline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138928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5138928"/>
            <a:ext cx="219456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15721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Start of
business day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440680"/>
            <a:ext cx="2011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SOD
copied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33472" y="5138928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633472" y="5138928"/>
            <a:ext cx="2194560" cy="25603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24912" y="515721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During
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24912" y="5440680"/>
            <a:ext cx="2011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INT positions
created from
trades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92624" y="5138928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92624" y="5138928"/>
            <a:ext cx="2194560" cy="256032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84064" y="515721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Any 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84064" y="5440680"/>
            <a:ext cx="2011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CORR positions
if backdated
trades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51776" y="5138928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51776" y="5138928"/>
            <a:ext cx="2194560" cy="25603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43216" y="515721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End of
business day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43216" y="5440680"/>
            <a:ext cx="2011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EOD job runs
revalues all
positions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10928" y="5138928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10928" y="5138928"/>
            <a:ext cx="219456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02368" y="515721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Next
morning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02368" y="5440680"/>
            <a:ext cx="2011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Next SOD
copied from
this EOD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All Cases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Every scenario and the resulting position_type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88952" cy="58155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143000"/>
            <a:ext cx="1179576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17043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17043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trade_date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17043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settle_date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17043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position_type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17043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17043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508760"/>
            <a:ext cx="11795760" cy="39319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154533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T+0 Normal trade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154533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=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54533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= 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54533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4A"/>
                </a:solidFill>
              </a:rPr>
              <a:t>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154533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position_queue (async)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54533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Both bases, same 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911095"/>
            <a:ext cx="117957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194767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Future settlement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194767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= 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194767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&gt; 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94767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INT / 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194767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pos_queue + settle_queue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194767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TRADE_DATE now, SETTLE_DATE later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313432"/>
            <a:ext cx="11795760" cy="39319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" y="23500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Backdated trade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23500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&lt; today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23500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≤ today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23500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67400"/>
                </a:solidFill>
              </a:rPr>
              <a:t>CORR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3500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position_queue
(chain recalc)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3500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Rewrites all downstream positions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2715768"/>
            <a:ext cx="11795760" cy="393192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275234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Future trade_date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275234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&gt; today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275234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&gt; today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275234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</a:rPr>
              <a:t>BLOCKED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75234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Not queued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275234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Rejected at validation — popup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3118104"/>
            <a:ext cx="117957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8600" y="31546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EOD Job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31546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= run_date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31546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= run_date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31546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EOD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1546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Direct (sync)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31546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refresh_positions management cmd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3520440"/>
            <a:ext cx="11795760" cy="39319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8600" y="355701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SOD Promotion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31720" y="355701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= today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355701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= today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0" y="355701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SOD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55701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Direct (sync)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355701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Copied from prior day's EOD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3922776"/>
            <a:ext cx="117957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8600" y="39593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Position Upload – today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31720" y="39593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= today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0" y="39593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= today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0720" y="39593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4A"/>
                </a:solidFill>
              </a:rPr>
              <a:t>INT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5240" y="39593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Step 7A UPSERT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39593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reporting_date = contextual_today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4325112"/>
            <a:ext cx="11795760" cy="39319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8600" y="436168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Position Upload – past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31720" y="436168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&lt; today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0" y="436168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&lt; today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60720" y="436168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67400"/>
                </a:solidFill>
              </a:rPr>
              <a:t>CORR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36168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Step 7A UPSERT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01200" y="436168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reporting_date &lt; contextual_today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2880" y="4727448"/>
            <a:ext cx="11795760" cy="393192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28600" y="476402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Position Upload – future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31720" y="476402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future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0" y="476402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future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60720" y="476402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</a:rPr>
              <a:t>BLOCKED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35240" y="476402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Step 6C blocks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01200" y="476402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Rows excluded; warning logged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2880" y="5129783"/>
            <a:ext cx="117957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28600" y="5166359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Zero-price trade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31720" y="5166359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= today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0" y="5166359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any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60720" y="5166359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4A"/>
                </a:solidFill>
              </a:rPr>
              <a:t>INT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35240" y="5166359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position_queue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01200" y="5166359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price=0 allowed; qty &gt; 0 required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5532120"/>
            <a:ext cx="11795760" cy="39319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28600" y="556869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Correction (CORR)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31720" y="556869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&lt; today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14800" y="556869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any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60720" y="556869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67400"/>
                </a:solidFill>
              </a:rPr>
              <a:t>CORR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35240" y="556869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position_queue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01200" y="556869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Prior snapshot exists as EOD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 Flow — Tables &amp;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From trade capture to golden copy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88952" cy="58155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234440"/>
            <a:ext cx="3657600" cy="30175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27101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cis_trade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81912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Trade master
• trade_id, portfolio, security
• price, qty, charges
• status, trade_date, settle_date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24612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3246120"/>
            <a:ext cx="3657600" cy="30175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328269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cis_trade_history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593591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Audit trail
• Every status change
• old_value / new_value JSON
• username, timestamp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23444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234440"/>
            <a:ext cx="3657600" cy="3017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127101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cis_trade_position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581912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Internal AVP positions
• version_id, is_latest
• avg_cost_fc, qty, pnl
• TRADE_DATE + SETTLE_DATE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324612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3657600" cy="301752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0248" y="328269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cis_position_queue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593591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Async queue
• status: PENDING/PROCESSING
• retry_count (max 3 → reset)
• error_message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324612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3246120"/>
            <a:ext cx="3657600" cy="301752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02167" y="328269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cis_settlement_queue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593591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Future settlement queue
• settle_date basis only
• processed by EOD job
• on actual settle_date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123444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1234440"/>
            <a:ext cx="3657600" cy="3017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02167" y="127101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cis_position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581912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Golden copy (all sources)
• CIS + GMP + AMS + UPLOAD
• position_type: INT/CORR/EOD/SOD
• UPSERT (not INSERT)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86200" y="2029967"/>
            <a:ext cx="182879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50791" y="1965960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86200" y="4041648"/>
            <a:ext cx="182879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50791" y="3977639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18120" y="2029967"/>
            <a:ext cx="182879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82712" y="1965960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18120" y="4041648"/>
            <a:ext cx="182879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82712" y="3977639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13632" y="18288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07B8A"/>
                </a:solidFill>
              </a:rPr>
              <a:t>→ writes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13632" y="38587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E67400"/>
                </a:solidFill>
              </a:rPr>
              <a:t>→ queues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5552" y="18288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1A7A4A"/>
                </a:solidFill>
              </a:rPr>
              <a:t>→ syncs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45552" y="38587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E67400"/>
                </a:solidFill>
              </a:rPr>
              <a:t>→ future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5166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55"/>
                </a:solidFill>
              </a:rPr>
              <a:t>src_system = 'CIS' for all CIS-originated records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User Position Upload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CSV/Excel → Hive → ETL Pipeline → cis_position (golden copy)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88952" cy="58155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188720"/>
            <a:ext cx="1170432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207008"/>
            <a:ext cx="1078992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User uploads
CSV/Excel
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62456" y="1586484"/>
            <a:ext cx="7315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17319" y="1522475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81328" y="1188720"/>
            <a:ext cx="1170432" cy="86868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7048" y="1207008"/>
            <a:ext cx="1078992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File validation
&amp; ingestion
to Hive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60903" y="1586484"/>
            <a:ext cx="7315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15768" y="1522475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9776" y="1188720"/>
            <a:ext cx="1170432" cy="86868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25496" y="1207008"/>
            <a:ext cx="1078992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Standardise
columns &amp;
parse dates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59352" y="1586484"/>
            <a:ext cx="7315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14215" y="1522475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78224" y="1188720"/>
            <a:ext cx="1170432" cy="86868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23944" y="1207008"/>
            <a:ext cx="1078992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Portfolio +
Security
matching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57800" y="1586484"/>
            <a:ext cx="7315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12664" y="1522475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76672" y="1188720"/>
            <a:ext cx="1170432" cy="8686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22392" y="1207008"/>
            <a:ext cx="1078992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Price lookup
&amp; market
value calc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6248" y="1586484"/>
            <a:ext cx="7315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11112" y="1522475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188720"/>
            <a:ext cx="1170432" cy="868680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1207008"/>
            <a:ext cx="1078992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Staging
consolidation
+ status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54696" y="1586484"/>
            <a:ext cx="7315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09560" y="1522475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73567" y="1188720"/>
            <a:ext cx="1170432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9288" y="1207008"/>
            <a:ext cx="1078992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Future date
check
(Step 6C)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53143" y="1586484"/>
            <a:ext cx="7315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08007" y="1522475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72015" y="1188720"/>
            <a:ext cx="1170432" cy="8686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17736" y="1207008"/>
            <a:ext cx="1078992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UPSERT to
cis_position
(Step 7A)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51591" y="1586484"/>
            <a:ext cx="73152" cy="73152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506455" y="1522475"/>
            <a:ext cx="109728" cy="201168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70463" y="1188720"/>
            <a:ext cx="1170432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16184" y="1207008"/>
            <a:ext cx="1078992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Upload
report
(Step 7B)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22860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Tables Involved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2606040"/>
            <a:ext cx="2286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8600" y="2606040"/>
            <a:ext cx="2286000" cy="27432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262432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position_upload_standardized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29260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Hive external table
Raw uploaded data
partitioned by processing_date + src_id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24328" y="2606040"/>
            <a:ext cx="2286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24328" y="2606040"/>
            <a:ext cx="2286000" cy="274320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15768" y="262432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pos_stage_1_base
…pos_stage_6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15768" y="29260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Impala temp PARQUET tables
Created &amp; dropped each run
Hold intermediate results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0056" y="2606040"/>
            <a:ext cx="2286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0056" y="2606040"/>
            <a:ext cx="2286000" cy="2743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11496" y="262432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position_upload_staging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11496" y="29260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Final consolidated staging
Has overall_status (VALID/INVALID)
Source for 7A UPSERT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15783" y="2606040"/>
            <a:ext cx="2286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15783" y="2606040"/>
            <a:ext cx="2286000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07223" y="262432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cis_position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07223" y="29260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Golden copy (Kudu)
All sources: CIS/GMP/AMS/UPLOAD
UPSERT — never raw INSERT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11512" y="2606040"/>
            <a:ext cx="2286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A0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811512" y="2606040"/>
            <a:ext cx="2286000" cy="274320"/>
          </a:xfrm>
          <a:prstGeom prst="rect">
            <a:avLst/>
          </a:prstGeom>
          <a:solidFill>
            <a:srgbClr val="6A0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02952" y="262432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position_upload_report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02952" y="29260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Upload audit report
One row per source row
status, fail reasons, matched names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45720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Supported File Formats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864608"/>
            <a:ext cx="5943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8912" y="4937760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CSV (auto-detect delimiter: comma, pipe, tab, semicolon)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8912" y="518464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Excel (.xlsx / .xls) — first sheet used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8912" y="5431536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Parquet files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" y="5678423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JSON (structured)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8912" y="5925311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Header auto-detected (row 0 vs row 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8912" y="6172199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Encoding auto-detected (UTF-8, Latin-1, etc.)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8912" y="6419087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Dirty numerics cleaned: commas, $, (), –, etc.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0" y="4572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Datasource → position_basis Mapping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0" y="4864608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00800" y="4864608"/>
            <a:ext cx="5486400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92240" y="48828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src_id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488289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position_basis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0" y="5138928"/>
            <a:ext cx="5486400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92240" y="51663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2B55"/>
                </a:solidFill>
              </a:rPr>
              <a:t>cis_user_sta_adhoc_position_1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44000" y="51663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B8A"/>
                </a:solidFill>
              </a:rPr>
              <a:t>TRADE_DATE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0" y="5504688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92240" y="55321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2B55"/>
                </a:solidFill>
              </a:rPr>
              <a:t>cis_user_sta_adhoc_position_2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0" y="55321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B8A"/>
                </a:solidFill>
              </a:rPr>
              <a:t>SETTLE_DATE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5870448"/>
            <a:ext cx="5486400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92240" y="589788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2B55"/>
                </a:solidFill>
              </a:rPr>
              <a:t>position_upload_standardized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4000" y="58978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B8A"/>
                </a:solidFill>
              </a:rPr>
              <a:t>From file or default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00800" y="6236208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92240" y="62636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2B55"/>
                </a:solidFill>
              </a:rPr>
              <a:t>Server-injected column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4000" y="62636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B8A"/>
                </a:solidFill>
              </a:rPr>
              <a:t>position_basis never from CSV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Upload ETL Pipeline — Steps 1 to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Base staging → Portfolio → Security matching (ISIN + 5-tier fallback) → Price lookup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88952" cy="58155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56235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5623560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216152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1 — pos_stage_1_base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499616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Read from position_upload_standardized (Hive external)
• Assign row_id for tracking through pipeline
• Parse &amp; clean all numeric columns (remove $, commas, parens)
• Normalise dates: DD/MM/YYYY, YYYYMMDD, ISO → TIMESTAMP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743200"/>
            <a:ext cx="56235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743200"/>
            <a:ext cx="5623560" cy="27432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770632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2 — Portfolio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3054096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LEFT JOIN pos_stage_1_base → cis_portfolio ON portfolio name
• portfolio_status = 'PASS' if found, else 'FAIL: Portfolio not found'
• Also retrieves portfolio_currency for LC calculations
• Rows with FAIL status routed to pos_stage_6_failed (Step 6B)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297680"/>
            <a:ext cx="56235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4297680"/>
            <a:ext cx="5623560" cy="2743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4325112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3 — Security ISIN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" y="4608576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Match upload ISIN → cis_security.isin (exact, case-insensitive)
• Priority: exact exchange match first, then GMP src, then lowest security_id
• match_type = ISIN_MATCH / ISIN_NO_MATCH / NO_ISIN / FAIL:Multiple
• Only ACTIVE securities matched (is_active=true)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188720"/>
            <a:ext cx="56235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1188720"/>
            <a:ext cx="5623560" cy="274320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1216152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4 — Security Fallback (5 Tiers)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499616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Tier 1: full_name exact match → cis_security.security_name
• Tier 2: short_name exact match → cis_security.security_name
• Tier 3: ticker match (exact OR cis ticker starts with upload ticker)
• Tier 4: desc_prefix — strip 'COMMON STOCK...' from full_name, match remainder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743200"/>
            <a:ext cx="56235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A0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2743200"/>
            <a:ext cx="5623560" cy="274320"/>
          </a:xfrm>
          <a:prstGeom prst="rect">
            <a:avLst/>
          </a:prstGeom>
          <a:solidFill>
            <a:srgbClr val="6A0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2770632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5 — Price Lookup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3054096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JOIN matched ISIN → cis_equity_price on isin + reporting_date = price_date
• ROW_NUMBER() OVER (PARTITION BY isin ORDER BY price_date DESC) for latest
• Uses main_closing_price as market_value price
• If no price found: market_value calculated from upload's market_price column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Upload ETL — Steps 6 &amp; 7: Date Logic, position_type &amp; UPSERT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Future date blocking · INT / CORR derivation · cis_position golden copy write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88952" cy="58155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5577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5577840" cy="27432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20700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6A — Consolidated Staging (position_upload_staging)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Merge Steps 1–5 results into single position_upload_staging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1907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Assign overall_status: VALID, VALID_WARN, INVALID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2938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VALID: portfolio OK + security matched + no critical fails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13969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INVALID: portfolio fail OR no security identifier OR no quantity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5000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VALID_WARN: exchange null (data proceeds with warning)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724912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2724912"/>
            <a:ext cx="5577840" cy="274320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74320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6B — Failed Rows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03580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Extract all INVALID rows → position_upload_failed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24612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Captures: portfolio_fail_reason, security_fail_reason, fail_category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45643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These rows written to position_upload_report with FAIL status (Step 7B)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749039"/>
            <a:ext cx="5577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749039"/>
            <a:ext cx="557784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376732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6C — Future Date Block (NEW)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05993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Query: COUNT rows WHERE overall_status LIKE 'VALID%' AND reporting_date &gt; contextual_today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27024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Logs WARNING with count; stores in result['future_date_rows_blocked']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48056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Does NOT fail the job — just warns and excludes from UPSERT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69087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Step 7A WHERE clause adds: AND CAST(reporting_date AS STRING) &lt;= contextual_today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1188720"/>
            <a:ext cx="5943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1188720"/>
            <a:ext cx="5943600" cy="2743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9048" y="120700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7A — UPSERT INTO cis_position (position_type derivation)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1508760"/>
            <a:ext cx="5760720" cy="1645920"/>
          </a:xfrm>
          <a:prstGeom prst="rect">
            <a:avLst/>
          </a:prstGeom>
          <a:solidFill>
            <a:srgbClr val="1E1E2E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1554480"/>
            <a:ext cx="5577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0FFC0"/>
                </a:solidFill>
              </a:rPr>
              <a:t>CASE
  WHEN CAST(reporting_date AS STRING)
       = '{contextual_today}'  THEN 'INT'
  WHEN CAST(reporting_date AS STRING)
       &lt; '{contextual_today}'  THEN 'CORR'
  ELSE 'INT'
END  AS position_type
WHERE overall_status LIKE 'VALID%'
  AND CAST(reporting_date AS STRING)
       &lt;= '{contextual_today}'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9048" y="3200400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position_id = ABS(FNV_HASH of portfolio|security|basis|date|src_system))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9048" y="3429000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  → deterministic: re-run replaces same row, no duplicates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048" y="3657600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version_id = UNIX_TIMESTAMP() × 1000 (always new on each write)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9048" y="3886200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UPSERT (Kudu): updates existing row if position_id matches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9048" y="4114800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reporting_date from CSV → position_date in cis_position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9048" y="4343400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contextual_today fetched from system_date_service (cached 5 min)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9048" y="4572000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Future rows filtered out by WHERE clause (excluded from write)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9048" y="4800600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src_system = from file datasource config (e.g. 'USER_UPLOAD')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5120640"/>
            <a:ext cx="5943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A0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89320" y="5120640"/>
            <a:ext cx="5943600" cy="256032"/>
          </a:xfrm>
          <a:prstGeom prst="rect">
            <a:avLst/>
          </a:prstGeom>
          <a:solidFill>
            <a:srgbClr val="6A0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9048" y="5138928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7B — Upload Report (position_upload_report)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9048" y="5413248"/>
            <a:ext cx="57607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INSERT OVERWRITE partition (processing_date, src_id)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9048" y="5614416"/>
            <a:ext cx="57607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One row per source row: VALID or FAIL status + reason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9048" y="5815584"/>
            <a:ext cx="57607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• LEFT JOINs all staging tables — portfolio fail &gt; security fail &gt; VALID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Upload Position Types — All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How reporting_date in the CSV determines position_type in cis_position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88952" cy="58155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1704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reporting_date in uploaded 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508760"/>
            <a:ext cx="2286000" cy="685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527048"/>
            <a:ext cx="219456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reporting_date
from CSV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3657600" cy="5029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060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= contextual_today
(today)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090672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54679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7A4A"/>
                </a:solidFill>
              </a:rPr>
              <a:t>position_type
= 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49039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Live / intraday 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0507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Standard daily 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6110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UPSERT replaces existing INT 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17136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src_system = USER_UPLOAD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773168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Example: upload today's EOD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29200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as INT for current day 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560320"/>
            <a:ext cx="3657600" cy="502920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59" y="26060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&lt; contextual_today
(past date)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3090672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3154679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7400"/>
                </a:solidFill>
              </a:rPr>
              <a:t>position_type
= CORR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749039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Correction to a past snapshot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00507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Overwrites prior position for that 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26110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UPSERT using deterministic position_id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517136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Prior EOD snapshot still exists as EOD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773168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Example: restate prior month's 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029200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with corrected quantities/values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2560320"/>
            <a:ext cx="365760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26060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&gt; contextual_today
(future date)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3090672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154679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</a:rPr>
              <a:t>BLOCKED
(excluded)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3749039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Step 6C logs a WARNING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00507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Row counted in future_date_rows_blocked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426110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Step 7A WHERE clause excludes row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517136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Row NOT upserted to cis_position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4773168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Appears in upload report as warning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5029200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• No error raised — job continues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2160" y="1828800"/>
            <a:ext cx="36576" cy="7315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40280" y="2542032"/>
            <a:ext cx="3611880" cy="3657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52160" y="2542032"/>
            <a:ext cx="2011680" cy="3657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8600" y="5074920"/>
            <a:ext cx="11704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8600" y="5074920"/>
            <a:ext cx="11704320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509320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Important: Upload never creates EOD or SOD rows — those are created by system jobs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394960"/>
            <a:ext cx="3749039" cy="1024128"/>
          </a:xfrm>
          <a:prstGeom prst="rect">
            <a:avLst/>
          </a:prstGeom>
          <a:solidFill>
            <a:srgbClr val="F2F4F8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542239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B8A"/>
                </a:solidFill>
              </a:rPr>
              <a:t>EOD rows
(position_type='EOD')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" y="5715000"/>
            <a:ext cx="35204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Created by: refresh_positions management command
Runs at end of each business day
Revalues all positions with closing market price
Upload has NO role in EOD creation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5394960"/>
            <a:ext cx="3749039" cy="1024128"/>
          </a:xfrm>
          <a:prstGeom prst="rect">
            <a:avLst/>
          </a:prstGeom>
          <a:solidFill>
            <a:srgbClr val="F2F4F8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79976" y="542239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A"/>
                </a:solidFill>
              </a:rPr>
              <a:t>SOD rows
(position_type='SOD')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79976" y="5715000"/>
            <a:ext cx="35204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Created by: SOD promotion job
Runs at start of new business day
Copies prior day's EOD rows → SOD for new day
Upload has NO role in SOD creation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74736" y="5394960"/>
            <a:ext cx="3749039" cy="1024128"/>
          </a:xfrm>
          <a:prstGeom prst="rect">
            <a:avLst/>
          </a:prstGeom>
          <a:solidFill>
            <a:srgbClr val="F2F4F8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84463" y="542239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A500"/>
                </a:solidFill>
              </a:rPr>
              <a:t>Upload role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4463" y="5715000"/>
            <a:ext cx="35204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Upload only writes: INT (today) or CORR (past)
These become the live intraday view
EOD job later revalues and stamps them EOD
SOD job then carries them to the next morning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Upload Position Lifecycle — INT → EOD → SOD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How a single uploaded position evolves through a full business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88952" cy="58155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Business Day Timeline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508760"/>
            <a:ext cx="2148840" cy="685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27048"/>
            <a:ext cx="20574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Morning
(SOD)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95728" y="1847088"/>
            <a:ext cx="283463" cy="7315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60904" y="1783080"/>
            <a:ext cx="109728" cy="201168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2212848"/>
            <a:ext cx="36576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2542032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578608"/>
            <a:ext cx="201168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SOD job copies
prev-day EOD →
position_type=SOD
for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2032" y="1508760"/>
            <a:ext cx="2148840" cy="68580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87751" y="1527048"/>
            <a:ext cx="20574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 uploads
CSV (today)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1847088"/>
            <a:ext cx="283463" cy="7315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74336" y="1783080"/>
            <a:ext cx="109728" cy="201168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10711" y="2212848"/>
            <a:ext cx="36576" cy="32004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42032" y="2542032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33472" y="2578608"/>
            <a:ext cx="201168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reporting_date
= today →
position_type=INT
UPSERT to cis_position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1508760"/>
            <a:ext cx="2148840" cy="6858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1527048"/>
            <a:ext cx="20574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More trades
/ uploads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13448" y="1847088"/>
            <a:ext cx="283463" cy="7315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78624" y="1783080"/>
            <a:ext cx="109728" cy="201168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15000" y="2212848"/>
            <a:ext cx="36576" cy="3200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542032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59" y="2578608"/>
            <a:ext cx="201168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Additional INT
writes UPSERT
(same position_id
→ replaces)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50608" y="1508760"/>
            <a:ext cx="2148840" cy="685800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96328" y="1527048"/>
            <a:ext cx="20574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End of Day
(EOD Job)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17736" y="1847088"/>
            <a:ext cx="283463" cy="7315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82912" y="1783080"/>
            <a:ext cx="109728" cy="201168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19288" y="2212848"/>
            <a:ext cx="36576" cy="320040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50608" y="2542032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42048" y="2578608"/>
            <a:ext cx="201168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refresh_positions
deletes INT rows
Inserts EOD with
closing market px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64040" y="1508760"/>
            <a:ext cx="2148840" cy="685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0" y="1527048"/>
            <a:ext cx="20574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Next Morning
(SOD Job)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32719" y="2212848"/>
            <a:ext cx="36576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64040" y="2542032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80" y="2578608"/>
            <a:ext cx="201168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55"/>
                </a:solidFill>
              </a:rPr>
              <a:t>Copies today's
EOD → SOD
for tomorrow
position_type=SOD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114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State of cis_position for same (portfolio, security) through the day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434840"/>
            <a:ext cx="11704320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45312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When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445312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position_type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445312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position_date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445312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Written by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45312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4736592"/>
            <a:ext cx="11704320" cy="3017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477316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Morning (after SOD job)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477316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SOD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477316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today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477316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SOD job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77316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Opening baseline from prior EOD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5038344"/>
            <a:ext cx="11704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50749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User uploads file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94560" y="50749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B8A"/>
                </a:solidFill>
              </a:rPr>
              <a:t>INT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50749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today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50749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upload_service 7A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50749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UPSERT — same position_id as SOD? No.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" y="5340096"/>
            <a:ext cx="11704320" cy="3017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53766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More intraday uploads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94560" y="53766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B8A"/>
                </a:solidFill>
              </a:rPr>
              <a:t>INT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0" y="53766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today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5040" y="53766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upload_service 7A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53766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UPSERT on same position_id → replaces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5641848"/>
            <a:ext cx="11704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567842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Past-date upload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94560" y="567842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67400"/>
                </a:solidFill>
              </a:rPr>
              <a:t>CORR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0" y="567842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past date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35040" y="567842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upload_service 7A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0" y="567842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Separate row with past position_date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" y="5943600"/>
            <a:ext cx="11704320" cy="3017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59801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EOD job runs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94560" y="59801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4A"/>
                </a:solidFill>
              </a:rPr>
              <a:t>EOD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0" y="59801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today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35040" y="59801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refresh_positions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0" y="59801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DELETE INT/CORR for basis, INSERT EOD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" y="6245352"/>
            <a:ext cx="11704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4320" y="628192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Next day SOD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94560" y="628192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SOD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28192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tomorrow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35040" y="628192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SOD job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0" y="628192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Copies today's EOD with tomorrow's 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